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 The four partners are Solis, capacity engineering, Tharsis, habitat demand simulation, Meridian, the risk laboratory, and Helix, the translation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 Be honest on the demand side if pressed. Crew are inside a pressurised habitat at all times, so a storm changes no sheltering behaviour, and there is no published uplift figure for a Mars habitat in a storm. The published direction is the other way: Cataldo 2009, NASA GRC E-18237, Table II holds habitat power flat through a storm and takes rover recharge and drilling to zero, and Rucker 2016, JSC-CN-35576, puts keep-alive near 22 kW against 35 kW normal. That does not weaken the coupling argument, it sharpens it. The storm forces a shed, and what decides survival is whether the floor that cannot be shed still fits under the derated supply. Neither partner can compute that floor alone, which is GAP-5.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is the argument. From week 2 the demonstration exists and runs, and every week after that improves the same one rather than building toward a first, so each week is a superset of the week before and the worst case in week 6 is showing week 5's version. Week 2 runs end to end on deliberately crude inputs, one sol and nothing polished, because the job of that run is to make every format, encoding and calendar mismatch fail while there is still time. The consortium is at month 8 and has never run the two models end to end, so an exchange arriving late and in an unexpected format is exactly what to expect. Week 5 is buffer, with nothing scheduled into it that cannot move out, and it doubles as the test of the recommendation: Solis revises its design after seeing the stress run, and if the design barely changes then the feedback between the models is weak and tight coupling was not needed.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blue underlines are where a decision is made and they all sit on the left. Weeks 1 to 3 fix the calendar, the units, the encoding and how capacity degrades. From week 4 the sessions review a thing that already runs. The expensive one is the derate session in week 2: Solis cannot state how its capacity degrades without Meridian's failure definitions, so the two rule on it together, and if it slips week 4 carries an assumption nobody owns. On Helix, the point is not that they are junior. They convert between two vocabularies, so they must be present when meaning is settled or they build against something nobody consulted them on, and converting between two vocabularies gives them no standing to rule on what either means.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order is deliberate. Helix and Meridian are the two you can point at in the month 8 record, so they carry the slide and they are the two to approach first. Solis and Tharsis are argued, not quoted, and the honest framing is that the late exchange exposes both ends of it for different reasons. If challenged on Solis: the point is not that Solis is at fault. It is that no document states what that exchange should have contained or when it was due, so nobody in this room can say whether the delivery was met, and Solis has no way to show it. That is a cost to Solis whichever way the facts fall. If challenged on Tharsis: it consumes what the other models produce, which is what makes a two month slip unrecoverable rather than merely late. On the fourth symptom, the scale mismatch: settling what has to cross is also how the consortium finds out whether a tight bidirectional coupling is needed. Two partners are currently at risk of building one that nobody has justified. What this slide deliberately does not do is state any partner's preference, position or willingness. Nobody has told us those, and a board slide that invents them is the first thing a partner will correct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written contract: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