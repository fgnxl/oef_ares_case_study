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Demo in three minutes: run it, show the calendar, select an orphaned item, show the finding, open the declaration and read the sentence it came from. Close on the limits. If asked how this position differs from the one that was confidently wrong and overruled mid-session: not by better reasoning, but by naming in advance the result that would overturn it and putting it in week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integration: one contract, then the demonstration</dc:title>
  <dc:subject/>
  <dc:creator>Francis Li</dc:creator>
  <cp:keywords/>
  <dc:description>generated using python-pptx</dc:description>
  <cp:lastModifiedBy>Francis Li</cp:lastModifiedBy>
  <cp:revision>1</cp:revision>
  <dcterms:created xsi:type="dcterms:W3CDTF">2013-01-27T09:14:16Z</dcterms:created>
  <dcterms:modified xsi:type="dcterms:W3CDTF">2013-01-27T09:15:58Z</dcterms:modified>
  <cp:category/>
</cp:coreProperties>
</file>