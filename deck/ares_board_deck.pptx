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Helix line is the one to say out loud. It is a governance point dressed as a seating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 neutral checker reporting that two partners exchange something neither declares makes the gap a property of the interface rather than an accusation.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declaration: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integration: one contract, then the demonstration</dc:title>
  <dc:subject/>
  <dc:creator>Francis Li</dc:creator>
  <cp:keywords/>
  <dc:description>generated using python-pptx</dc:description>
  <cp:lastModifiedBy>Francis Li</cp:lastModifiedBy>
  <cp:revision>1</cp:revision>
  <dcterms:created xsi:type="dcterms:W3CDTF">2013-01-27T09:14:16Z</dcterms:created>
  <dcterms:modified xsi:type="dcterms:W3CDTF">2013-01-27T09:15:58Z</dcterms:modified>
  <cp:category/>
</cp:coreProperties>
</file>