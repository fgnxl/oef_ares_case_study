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Helix line is the one to say out loud. It is a governance point dressed as a seating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property of the interface rather than an accusation.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declaration: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