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here. This slide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Slow down here, the language is deliberate. Counter-case: loose coupling is defensible for a planning study and indefensible for a resilience claim, and the funder is buying a resilience claim. Where the floor sits is Meridian's to state, which is why track B elicits it in weeks 1 to 3. The credibility threshold is Li et al. 2019, Applied Energy 239. Source if asked: the 2018 dust figures are Opportunity's own telemetry as reported by JPL, 645 Wh on 30 May falling to 22 Wh by 10 June, against a clear-sky baseline near 600 to 900 Wh per sol. Real published data, external to the brief, unlike everything else here. Backup exhibit, on the page rather than a slide: if pressed on why coupling matters in practice, pull up the storage figure. 120 sols is 2,959 hours, so every kilowatt that cannot be shed needs 2,959 kWh stored, which is 13.5 to 17.9 tonnes of battery per kW or 1.3 to 1.6 tonnes of fuel cell reactant. You do not store your way out, you generate your way out. And the multiplier is fixed while the number of kilowatts it applies to is exactly what neither partner can compute alone.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Review points at the end of weeks 1, 2, 3 and 5. Those four traceability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Helix line is the one to say out loud. It is a governance point dressed as a seating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A neutral checker reporting that two partners exchange something neither declares makes the gap a fact about the interface rather than an accusation against a partner.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Close on the last two bullets. The narrow demonstration is the real ask, because it means saying no to breadth that would look better in a status report. If asked what happens without the declaration: partners keep filling the same gaps privately, the models keep disagreeing for reasons that appear in neither specification, and month 14 looks like month 8 with less money. If asked whether this is enough for year two: the demonstration is what the funder said it wanted to see, and the traceability pass is what lets anyone check that it means what it says.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ARES Consortium: month 8 review and recovery plan</dc:title>
  <dc:subject/>
  <dc:creator>Francis Li</dc:creator>
  <cp:keywords/>
  <dc:description/>
  <cp:lastModifiedBy>Francis Li</cp:lastModifiedBy>
  <cp:revision>1</cp:revision>
  <dcterms:created xsi:type="dcterms:W3CDTF">2026-08-29T17:00:00Z</dcterms:created>
  <dcterms:modified xsi:type="dcterms:W3CDTF">2026-08-29T17:00:00Z</dcterms:modified>
  <cp:category/>
</cp:coreProperties>
</file>